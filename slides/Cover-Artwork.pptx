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3C48-58FA-1793-76BA-307DED01F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65704-A371-26B5-D0CB-647DCA8BB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55861-4C84-8933-0D57-F6A2847A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4193-44FA-95C9-D6B5-71D9CDC8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63CB9-5BFB-A618-55EB-95B02D21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0ECE-555D-2A79-30BC-CEBE85AA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4A4A7-9AB1-89AC-E841-AC42E539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362E8-BDE2-EF55-9798-EE9FE030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CA60D-A3E6-DF47-4FD8-D08BC0183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090E-B2E4-5D7E-C22B-EEDBAFB4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6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4FF0-A6A1-C852-A308-C4AD8753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BBE6B-8258-2C2A-4AE0-9444CB73A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262C6-1CB0-4718-A1A4-9F923EE1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9D1C-A7AD-416C-EF40-F8495055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EF1AD-ADB7-4CBC-55F1-6F00ECE7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4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9D16-44BA-16EE-3D0B-457D33CD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051FD-0744-80A2-81C8-0ABB5999A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66EA8-7936-1CCD-A74C-9BF3424D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CBED7-11C4-205C-B74D-27184856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A9233-AF97-6C58-27B7-5CDA03FC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1427A-9FCE-235E-AADA-6C07542E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8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EF80-1696-4204-9A11-B443B0B9E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74EF4-E9EE-2B12-E73E-75C8ED494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DDE89-5B39-89BB-4C2B-46D39951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E3C1F-7461-5F03-C8E5-B305F86EA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86713-3792-C8BB-77BF-DBCA0D425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655EF-E620-BD90-B8E9-D8F24C81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0348D-2AA5-75CC-F85F-7B4CF9DC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634EC-EFAA-70BD-9CB6-40FA9FC4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2B44-CF1D-BB32-42A7-23BC293D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0781C-698C-F983-1EB6-E5D90B5E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7112A-A228-0F22-B633-6393F819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390B2-986C-12E6-4CAF-60B435BF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9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06EAD-2A58-4073-B474-21C1C1CF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E3A85-AC26-555D-364F-ED3B6851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BAB42-0DF9-0C97-4FC2-72052F1E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0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1E6C-89B8-43B6-FE1C-B480B429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52511-D416-2E98-1EDC-3B58A703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E7102-890B-05DD-9E42-84C90D7F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4EE49-3FBE-E8FA-4015-78136057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DE268-78B7-926B-B7AD-B71F9068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72853-7013-40A8-4B28-E8B7C3AB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1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C2BF-A990-47EE-459F-AE6A4ADF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74359-FE38-3F59-A833-51DD5DE1D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52D12-3ECA-C034-FA77-1E056E5E4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B1717-7BB8-06ED-7F90-216D8F44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9880C-910C-8ED9-2EC7-32F0F81F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326A-014A-6EF5-0250-9C618875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4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65F0-B78C-4243-01AE-FB238146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E9EE6-7B52-4606-AC09-44AE8D393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ADB2-6BD2-E2F7-F79F-E27F78DF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4A602-0F59-3AD6-58E8-EB7D9100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6D72A-55EA-E5AA-FF58-F953341E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9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DF4C4-A218-9B7D-7762-F52B370F4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573D0-5097-9E07-63A5-C36248B71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E948-0E15-1FEC-9EEC-4F819597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24AC-873D-489D-E811-45E884E0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3E74-81C7-CAD9-66F1-46F22271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0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0E48E-4409-60F9-8AF1-F76F1E71B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EA1F2-7047-0BDC-52CB-3BD4CF9C8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1CFFD-AE1D-0410-A415-A0399F5D3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D7B12-4880-BB42-8859-71987433ABD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75B62-DF2D-8210-A245-53B3F2937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5BB93-6143-5BDF-A109-CBD88FC2A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63D5C-5179-664D-9941-A1CE5EE9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9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5971-6798-C4FE-75B1-77D25F028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85914-96B5-5D3D-A9D1-54B23A800D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8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2026-05-29T13:28:20Z</dcterms:created>
  <dcterms:modified xsi:type="dcterms:W3CDTF">2026-05-29T13:29:06Z</dcterms:modified>
</cp:coreProperties>
</file>